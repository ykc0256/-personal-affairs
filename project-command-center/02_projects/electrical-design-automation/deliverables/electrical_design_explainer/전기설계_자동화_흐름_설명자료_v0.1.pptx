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 type="wide"/>
  <p:notesSz cx="6858000" cy="9144000"/>
  <p:defaultTextStyle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Master" Target="slideMasters/slideMaster1.xml"/><Relationship Id="rId16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png"/>
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png"/>
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png"/>
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png"/>
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image6.png"/>
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image7.png"/>
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image8.png"/>
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image9.png"/>
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image10.png"/>
<Relationship Id="rId2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1.png"/>
<Relationship Id="rId2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2.png"/>
<Relationship Id="rId2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image" Target="../media/image13.png"/>
<Relationship Id="rId2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image" Target="../media/image14.png"/>
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5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6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8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Image 1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EEECE1"/>
      </a:lt2>
      <a:accent1>
        <a:srgbClr val="1F5EFF"/>
      </a:accent1>
      <a:accent2>
        <a:srgbClr val="118C6A"/>
      </a:accent2>
      <a:accent3>
        <a:srgbClr val="E36B2C"/>
      </a:accent3>
      <a:accent4>
        <a:srgbClr val="6A4BBC"/>
      </a:accent4>
      <a:accent5>
        <a:srgbClr val="0E7C86"/>
      </a:accent5>
      <a:accent6>
        <a:srgbClr val="183153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Malgun Gothic"/>
        <a:cs typeface="Malgun Gothic"/>
      </a:majorFont>
      <a:minorFont>
        <a:latin typeface="Malgun Gothic"/>
        <a:ea typeface="Malgun Gothic"/>
        <a:cs typeface="Malgun Gothi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전기설계 자동화 흐름 설명자료</dc:title>
  <dc:creator>Codex</dc:creator>
  <cp:lastModifiedBy>Codex</cp:lastModifiedBy>
  <dcterms:created xsi:type="dcterms:W3CDTF">2026-05-12T00:00:00Z</dcterms:created>
  <dcterms:modified xsi:type="dcterms:W3CDTF">2026-05-12T00:00:00Z</dcterms:modified>
</cp:coreProperties>
</file>